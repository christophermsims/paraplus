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9" r:id="rId3"/>
    <p:sldId id="257" r:id="rId4"/>
    <p:sldId id="258" r:id="rId5"/>
  </p:sldIdLst>
  <p:sldSz cx="9144000" cy="5143500" type="screen16x9"/>
  <p:notesSz cx="6858000" cy="9144000"/>
  <p:embeddedFontLst>
    <p:embeddedFont>
      <p:font typeface="Lato" panose="020F0502020204030203" pitchFamily="34" charset="0"/>
      <p:regular r:id="rId7"/>
      <p:bold r:id="rId8"/>
      <p:italic r:id="rId9"/>
      <p:boldItalic r:id="rId10"/>
    </p:embeddedFont>
    <p:embeddedFont>
      <p:font typeface="Lato Black" panose="020F0502020204030203" pitchFamily="34" charset="0"/>
      <p:bold r:id="rId11"/>
      <p:boldItalic r:id="rId12"/>
    </p:embeddedFont>
    <p:embeddedFont>
      <p:font typeface="Lato Light" panose="020F0502020204030203" pitchFamily="34" charset="0"/>
      <p:regular r:id="rId13"/>
      <p:bold r:id="rId14"/>
      <p:italic r:id="rId15"/>
      <p:boldItalic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9" roundtripDataSignature="AMtx7miw1tbh//9zhaqyoFpgsm5z/9xHH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7A3FF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68" y="29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font" Target="fonts/font1.fntdata"/><Relationship Id="rId12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10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font" Target="fonts/font9.fntdata"/><Relationship Id="rId23" Type="http://schemas.openxmlformats.org/officeDocument/2006/relationships/tableStyles" Target="tableStyles.xml"/><Relationship Id="rId10" Type="http://schemas.openxmlformats.org/officeDocument/2006/relationships/font" Target="fonts/font4.fntdata"/><Relationship Id="rId19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font" Target="fonts/font8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4" name="Google Shape;5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4155"/>
              </a:buClr>
              <a:buSzPts val="1100"/>
              <a:buFont typeface="Arial"/>
              <a:buNone/>
            </a:pPr>
            <a:r>
              <a:rPr lang="en-US" u="sng">
                <a:solidFill>
                  <a:srgbClr val="414155"/>
                </a:solidFill>
              </a:rPr>
              <a:t>How to Replace Image Placeholder</a:t>
            </a:r>
            <a:endParaRPr u="sng">
              <a:solidFill>
                <a:srgbClr val="414155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4155"/>
              </a:buClr>
              <a:buSzPts val="1100"/>
              <a:buFont typeface="Arial"/>
              <a:buNone/>
            </a:pPr>
            <a:r>
              <a:rPr lang="en-US">
                <a:solidFill>
                  <a:srgbClr val="414155"/>
                </a:solidFill>
              </a:rPr>
              <a:t>1. Identify placeholder</a:t>
            </a:r>
            <a:endParaRPr>
              <a:solidFill>
                <a:srgbClr val="414155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4155"/>
              </a:buClr>
              <a:buSzPts val="1100"/>
              <a:buFont typeface="Arial"/>
              <a:buNone/>
            </a:pPr>
            <a:r>
              <a:rPr lang="en-US">
                <a:solidFill>
                  <a:srgbClr val="414155"/>
                </a:solidFill>
              </a:rPr>
              <a:t>2. Right Click &gt; Replace Image</a:t>
            </a:r>
            <a:endParaRPr>
              <a:solidFill>
                <a:srgbClr val="414155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4155"/>
              </a:buClr>
              <a:buSzPts val="1100"/>
              <a:buFont typeface="Arial"/>
              <a:buNone/>
            </a:pPr>
            <a:r>
              <a:rPr lang="en-US">
                <a:solidFill>
                  <a:srgbClr val="414155"/>
                </a:solidFill>
              </a:rPr>
              <a:t>3. Find image and click Open</a:t>
            </a:r>
            <a:endParaRPr>
              <a:solidFill>
                <a:srgbClr val="414155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4155"/>
              </a:buClr>
              <a:buSzPts val="1100"/>
              <a:buFont typeface="Arial"/>
              <a:buNone/>
            </a:pPr>
            <a:r>
              <a:rPr lang="en-US">
                <a:solidFill>
                  <a:srgbClr val="414155"/>
                </a:solidFill>
              </a:rPr>
              <a:t>4. If needed, use the Crop tool to reposition or resize the image within the placeholder</a:t>
            </a:r>
            <a:endParaRPr>
              <a:solidFill>
                <a:srgbClr val="414155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4155"/>
              </a:buClr>
              <a:buSzPts val="1100"/>
              <a:buFont typeface="Arial"/>
              <a:buNone/>
            </a:pPr>
            <a:endParaRPr>
              <a:solidFill>
                <a:srgbClr val="414155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4155"/>
              </a:buClr>
              <a:buSzPts val="1100"/>
              <a:buFont typeface="Arial"/>
              <a:buNone/>
            </a:pPr>
            <a:r>
              <a:rPr lang="en-US">
                <a:solidFill>
                  <a:srgbClr val="414155"/>
                </a:solidFill>
              </a:rPr>
              <a:t>For a library of approved lifestyle images and device mockups, see: https://drive.google.com/drive/folders/15oS3I8obVbRitku0VckwzpidbEXES_QO</a:t>
            </a:r>
            <a:endParaRPr>
              <a:solidFill>
                <a:srgbClr val="414155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4155"/>
              </a:buClr>
              <a:buSzPts val="1100"/>
              <a:buFont typeface="Arial"/>
              <a:buNone/>
            </a:pPr>
            <a:endParaRPr>
              <a:solidFill>
                <a:srgbClr val="414155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4155"/>
              </a:buClr>
              <a:buSzPts val="1100"/>
              <a:buFont typeface="Arial"/>
              <a:buNone/>
            </a:pPr>
            <a:r>
              <a:rPr lang="en-US" u="sng">
                <a:solidFill>
                  <a:srgbClr val="414155"/>
                </a:solidFill>
              </a:rPr>
              <a:t>General Help</a:t>
            </a:r>
            <a:endParaRPr u="sng">
              <a:solidFill>
                <a:srgbClr val="414155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4155"/>
              </a:buClr>
              <a:buSzPts val="1100"/>
              <a:buFont typeface="Arial"/>
              <a:buNone/>
            </a:pPr>
            <a:r>
              <a:rPr lang="en-US">
                <a:solidFill>
                  <a:srgbClr val="414155"/>
                </a:solidFill>
              </a:rPr>
              <a:t>For other tips on how best to use this template, see the instructional slides toward the end of this deck.</a:t>
            </a:r>
            <a:endParaRPr>
              <a:solidFill>
                <a:srgbClr val="414155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4155"/>
              </a:buClr>
              <a:buSzPts val="1100"/>
              <a:buFont typeface="Arial"/>
              <a:buNone/>
            </a:pPr>
            <a:endParaRPr u="sng">
              <a:solidFill>
                <a:srgbClr val="414155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4155"/>
              </a:buClr>
              <a:buSzPts val="1100"/>
              <a:buFont typeface="Arial"/>
              <a:buNone/>
            </a:pPr>
            <a:r>
              <a:rPr lang="en-US" u="sng">
                <a:solidFill>
                  <a:srgbClr val="414155"/>
                </a:solidFill>
              </a:rPr>
              <a:t>Icons</a:t>
            </a:r>
            <a:endParaRPr u="sng">
              <a:solidFill>
                <a:srgbClr val="414155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4155"/>
              </a:buClr>
              <a:buSzPts val="1100"/>
              <a:buFont typeface="Arial"/>
              <a:buNone/>
            </a:pPr>
            <a:r>
              <a:rPr lang="en-US">
                <a:solidFill>
                  <a:srgbClr val="414155"/>
                </a:solidFill>
              </a:rPr>
              <a:t>Our icon library is at the end of this deck.</a:t>
            </a:r>
            <a:endParaRPr u="sng">
              <a:solidFill>
                <a:srgbClr val="414155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4155"/>
              </a:buClr>
              <a:buSzPts val="1100"/>
              <a:buFont typeface="Arial"/>
              <a:buNone/>
            </a:pPr>
            <a:endParaRPr u="sng">
              <a:solidFill>
                <a:srgbClr val="414155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u="sng">
              <a:solidFill>
                <a:srgbClr val="414155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u="sng">
              <a:solidFill>
                <a:srgbClr val="414155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g31848beacb4_2_6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08" name="Google Shape;708;g31848beacb4_2_65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1" name="Google Shape;8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dc915a4fa5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LS</a:t>
            </a:r>
            <a:endParaRPr/>
          </a:p>
        </p:txBody>
      </p:sp>
      <p:sp>
        <p:nvSpPr>
          <p:cNvPr id="87" name="Google Shape;87;g3dc915a4fa5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w/ Footer">
  <p:cSld name="TITLE_1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59"/>
          <p:cNvSpPr txBox="1">
            <a:spLocks noGrp="1"/>
          </p:cNvSpPr>
          <p:nvPr>
            <p:ph type="sldNum" idx="12"/>
          </p:nvPr>
        </p:nvSpPr>
        <p:spPr>
          <a:xfrm>
            <a:off x="8539150" y="4954449"/>
            <a:ext cx="548700" cy="1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747487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747487"/>
                </a:solidFill>
                <a:latin typeface="Lato Light"/>
                <a:ea typeface="Lato Light"/>
                <a:cs typeface="Lato Light"/>
                <a:sym typeface="Lato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747487"/>
                </a:solidFill>
                <a:latin typeface="Lato Light"/>
                <a:ea typeface="Lato Light"/>
                <a:cs typeface="Lato Light"/>
                <a:sym typeface="Lato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747487"/>
                </a:solidFill>
                <a:latin typeface="Lato Light"/>
                <a:ea typeface="Lato Light"/>
                <a:cs typeface="Lato Light"/>
                <a:sym typeface="Lato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747487"/>
                </a:solidFill>
                <a:latin typeface="Lato Light"/>
                <a:ea typeface="Lato Light"/>
                <a:cs typeface="Lato Light"/>
                <a:sym typeface="Lato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747487"/>
                </a:solidFill>
                <a:latin typeface="Lato Light"/>
                <a:ea typeface="Lato Light"/>
                <a:cs typeface="Lato Light"/>
                <a:sym typeface="Lato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747487"/>
                </a:solidFill>
                <a:latin typeface="Lato Light"/>
                <a:ea typeface="Lato Light"/>
                <a:cs typeface="Lato Light"/>
                <a:sym typeface="Lato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747487"/>
                </a:solidFill>
                <a:latin typeface="Lato Light"/>
                <a:ea typeface="Lato Light"/>
                <a:cs typeface="Lato Light"/>
                <a:sym typeface="Lato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747487"/>
                </a:solidFill>
                <a:latin typeface="Lato Light"/>
                <a:ea typeface="Lato Light"/>
                <a:cs typeface="Lato Light"/>
                <a:sym typeface="Lato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Slide #2" type="secHead">
  <p:cSld name="SECTION_HEADER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60"/>
          <p:cNvSpPr/>
          <p:nvPr/>
        </p:nvSpPr>
        <p:spPr>
          <a:xfrm>
            <a:off x="0" y="0"/>
            <a:ext cx="9144238" cy="5143500"/>
          </a:xfrm>
          <a:custGeom>
            <a:avLst/>
            <a:gdLst/>
            <a:ahLst/>
            <a:cxnLst/>
            <a:rect l="l" t="t" r="r" b="b"/>
            <a:pathLst>
              <a:path w="12192317" h="6858000" extrusionOk="0">
                <a:moveTo>
                  <a:pt x="0" y="5342255"/>
                </a:moveTo>
                <a:cubicBezTo>
                  <a:pt x="1193483" y="6110288"/>
                  <a:pt x="2556193" y="6638290"/>
                  <a:pt x="4019868" y="6858000"/>
                </a:cubicBezTo>
                <a:lnTo>
                  <a:pt x="7099300" y="6858000"/>
                </a:lnTo>
                <a:cubicBezTo>
                  <a:pt x="9022715" y="6569393"/>
                  <a:pt x="10772140" y="5748020"/>
                  <a:pt x="12192318" y="4549140"/>
                </a:cubicBezTo>
                <a:lnTo>
                  <a:pt x="12192318" y="0"/>
                </a:lnTo>
                <a:lnTo>
                  <a:pt x="0" y="0"/>
                </a:lnTo>
                <a:lnTo>
                  <a:pt x="0" y="534225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60"/>
          <p:cNvSpPr/>
          <p:nvPr/>
        </p:nvSpPr>
        <p:spPr>
          <a:xfrm>
            <a:off x="4402883" y="2208907"/>
            <a:ext cx="338229" cy="62261"/>
          </a:xfrm>
          <a:custGeom>
            <a:avLst/>
            <a:gdLst/>
            <a:ahLst/>
            <a:cxnLst/>
            <a:rect l="l" t="t" r="r" b="b"/>
            <a:pathLst>
              <a:path w="10407058" h="2075370" extrusionOk="0">
                <a:moveTo>
                  <a:pt x="0" y="0"/>
                </a:moveTo>
                <a:lnTo>
                  <a:pt x="8325969" y="0"/>
                </a:lnTo>
                <a:cubicBezTo>
                  <a:pt x="9475156" y="0"/>
                  <a:pt x="10407059" y="929342"/>
                  <a:pt x="10407059" y="2075371"/>
                </a:cubicBezTo>
                <a:lnTo>
                  <a:pt x="2081090" y="2075371"/>
                </a:lnTo>
                <a:cubicBezTo>
                  <a:pt x="931903" y="2075371"/>
                  <a:pt x="0" y="1146029"/>
                  <a:pt x="0" y="0"/>
                </a:cubicBezTo>
                <a:close/>
              </a:path>
            </a:pathLst>
          </a:custGeom>
          <a:solidFill>
            <a:srgbClr val="2D8C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60"/>
          <p:cNvSpPr txBox="1">
            <a:spLocks noGrp="1"/>
          </p:cNvSpPr>
          <p:nvPr>
            <p:ph type="sldNum" idx="12"/>
          </p:nvPr>
        </p:nvSpPr>
        <p:spPr>
          <a:xfrm>
            <a:off x="8539150" y="4954449"/>
            <a:ext cx="548700" cy="1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747487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747487"/>
                </a:solidFill>
                <a:latin typeface="Lato Light"/>
                <a:ea typeface="Lato Light"/>
                <a:cs typeface="Lato Light"/>
                <a:sym typeface="Lato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747487"/>
                </a:solidFill>
                <a:latin typeface="Lato Light"/>
                <a:ea typeface="Lato Light"/>
                <a:cs typeface="Lato Light"/>
                <a:sym typeface="Lato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747487"/>
                </a:solidFill>
                <a:latin typeface="Lato Light"/>
                <a:ea typeface="Lato Light"/>
                <a:cs typeface="Lato Light"/>
                <a:sym typeface="Lato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747487"/>
                </a:solidFill>
                <a:latin typeface="Lato Light"/>
                <a:ea typeface="Lato Light"/>
                <a:cs typeface="Lato Light"/>
                <a:sym typeface="Lato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747487"/>
                </a:solidFill>
                <a:latin typeface="Lato Light"/>
                <a:ea typeface="Lato Light"/>
                <a:cs typeface="Lato Light"/>
                <a:sym typeface="Lato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747487"/>
                </a:solidFill>
                <a:latin typeface="Lato Light"/>
                <a:ea typeface="Lato Light"/>
                <a:cs typeface="Lato Light"/>
                <a:sym typeface="Lato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747487"/>
                </a:solidFill>
                <a:latin typeface="Lato Light"/>
                <a:ea typeface="Lato Light"/>
                <a:cs typeface="Lato Light"/>
                <a:sym typeface="Lato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747487"/>
                </a:solidFill>
                <a:latin typeface="Lato Light"/>
                <a:ea typeface="Lato Light"/>
                <a:cs typeface="Lato Light"/>
                <a:sym typeface="Lato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8" name="Google Shape;18;p60"/>
          <p:cNvGrpSpPr/>
          <p:nvPr/>
        </p:nvGrpSpPr>
        <p:grpSpPr>
          <a:xfrm rot="10800000">
            <a:off x="0" y="2025186"/>
            <a:ext cx="9143999" cy="3118307"/>
            <a:chOff x="0" y="0"/>
            <a:chExt cx="12191999" cy="4157743"/>
          </a:xfrm>
        </p:grpSpPr>
        <p:sp>
          <p:nvSpPr>
            <p:cNvPr id="19" name="Google Shape;19;p60"/>
            <p:cNvSpPr/>
            <p:nvPr/>
          </p:nvSpPr>
          <p:spPr>
            <a:xfrm>
              <a:off x="0" y="0"/>
              <a:ext cx="2596514" cy="1226542"/>
            </a:xfrm>
            <a:custGeom>
              <a:avLst/>
              <a:gdLst/>
              <a:ahLst/>
              <a:cxnLst/>
              <a:rect l="l" t="t" r="r" b="b"/>
              <a:pathLst>
                <a:path w="2596514" h="1226542" extrusionOk="0">
                  <a:moveTo>
                    <a:pt x="0" y="1226542"/>
                  </a:moveTo>
                  <a:cubicBezTo>
                    <a:pt x="47308" y="1193230"/>
                    <a:pt x="94933" y="1160234"/>
                    <a:pt x="142875" y="1127873"/>
                  </a:cubicBezTo>
                  <a:cubicBezTo>
                    <a:pt x="588963" y="826473"/>
                    <a:pt x="1065848" y="567902"/>
                    <a:pt x="1560195" y="359143"/>
                  </a:cubicBezTo>
                  <a:cubicBezTo>
                    <a:pt x="1896428" y="217009"/>
                    <a:pt x="2243455" y="96766"/>
                    <a:pt x="2596515" y="0"/>
                  </a:cubicBezTo>
                  <a:lnTo>
                    <a:pt x="1599565" y="0"/>
                  </a:lnTo>
                  <a:cubicBezTo>
                    <a:pt x="1544955" y="21891"/>
                    <a:pt x="1490663" y="44100"/>
                    <a:pt x="1436688" y="66943"/>
                  </a:cubicBezTo>
                  <a:cubicBezTo>
                    <a:pt x="935990" y="278240"/>
                    <a:pt x="453073" y="538714"/>
                    <a:pt x="0" y="841384"/>
                  </a:cubicBezTo>
                  <a:lnTo>
                    <a:pt x="0" y="1226542"/>
                  </a:lnTo>
                  <a:close/>
                </a:path>
              </a:pathLst>
            </a:custGeom>
            <a:solidFill>
              <a:srgbClr val="2D8CFF">
                <a:alpha val="8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" name="Google Shape;20;p60"/>
            <p:cNvSpPr/>
            <p:nvPr/>
          </p:nvSpPr>
          <p:spPr>
            <a:xfrm>
              <a:off x="7018655" y="317"/>
              <a:ext cx="5173344" cy="4157426"/>
            </a:xfrm>
            <a:custGeom>
              <a:avLst/>
              <a:gdLst/>
              <a:ahLst/>
              <a:cxnLst/>
              <a:rect l="l" t="t" r="r" b="b"/>
              <a:pathLst>
                <a:path w="5173344" h="4157426" extrusionOk="0">
                  <a:moveTo>
                    <a:pt x="1036320" y="358826"/>
                  </a:moveTo>
                  <a:cubicBezTo>
                    <a:pt x="1530667" y="567903"/>
                    <a:pt x="2007552" y="826473"/>
                    <a:pt x="2453322" y="1127556"/>
                  </a:cubicBezTo>
                  <a:cubicBezTo>
                    <a:pt x="2895282" y="1425784"/>
                    <a:pt x="3310572" y="1768429"/>
                    <a:pt x="3688080" y="2145656"/>
                  </a:cubicBezTo>
                  <a:cubicBezTo>
                    <a:pt x="4065588" y="2522883"/>
                    <a:pt x="4408488" y="2938182"/>
                    <a:pt x="4706938" y="3379496"/>
                  </a:cubicBezTo>
                  <a:cubicBezTo>
                    <a:pt x="4876165" y="3629817"/>
                    <a:pt x="5032057" y="3889973"/>
                    <a:pt x="5173345" y="4157427"/>
                  </a:cubicBezTo>
                  <a:lnTo>
                    <a:pt x="5173345" y="3517188"/>
                  </a:lnTo>
                  <a:cubicBezTo>
                    <a:pt x="5107940" y="3410587"/>
                    <a:pt x="5039995" y="3305573"/>
                    <a:pt x="4970145" y="3202145"/>
                  </a:cubicBezTo>
                  <a:cubicBezTo>
                    <a:pt x="4660265" y="2744016"/>
                    <a:pt x="4304665" y="2313172"/>
                    <a:pt x="3912870" y="1921351"/>
                  </a:cubicBezTo>
                  <a:cubicBezTo>
                    <a:pt x="3521075" y="1529847"/>
                    <a:pt x="3089910" y="1174194"/>
                    <a:pt x="2631122" y="864862"/>
                  </a:cubicBezTo>
                  <a:cubicBezTo>
                    <a:pt x="2168207" y="552357"/>
                    <a:pt x="1673225" y="283951"/>
                    <a:pt x="1159827" y="66943"/>
                  </a:cubicBezTo>
                  <a:cubicBezTo>
                    <a:pt x="1105852" y="44100"/>
                    <a:pt x="1051560" y="21891"/>
                    <a:pt x="996950" y="0"/>
                  </a:cubicBezTo>
                  <a:lnTo>
                    <a:pt x="0" y="0"/>
                  </a:lnTo>
                  <a:cubicBezTo>
                    <a:pt x="353060" y="96448"/>
                    <a:pt x="699770" y="216691"/>
                    <a:pt x="1036320" y="358826"/>
                  </a:cubicBezTo>
                  <a:close/>
                </a:path>
              </a:pathLst>
            </a:custGeom>
            <a:solidFill>
              <a:srgbClr val="2D8CFF">
                <a:alpha val="8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" name="Google Shape;21;p60"/>
          <p:cNvSpPr txBox="1">
            <a:spLocks noGrp="1"/>
          </p:cNvSpPr>
          <p:nvPr>
            <p:ph type="title"/>
          </p:nvPr>
        </p:nvSpPr>
        <p:spPr>
          <a:xfrm>
            <a:off x="311700" y="16388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60"/>
          <p:cNvSpPr txBox="1"/>
          <p:nvPr/>
        </p:nvSpPr>
        <p:spPr>
          <a:xfrm>
            <a:off x="3402904" y="4954449"/>
            <a:ext cx="2338200" cy="1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-US" sz="600" b="0" i="0" u="none" strike="noStrike" cap="none">
                <a:solidFill>
                  <a:srgbClr val="747487"/>
                </a:solidFill>
                <a:latin typeface="Lato"/>
                <a:ea typeface="Lato"/>
                <a:cs typeface="Lato"/>
                <a:sym typeface="Lato"/>
              </a:rPr>
              <a:t>CONFIDENTIAL</a:t>
            </a:r>
            <a:endParaRPr sz="600" b="0" i="0" u="none" strike="noStrike" cap="none">
              <a:solidFill>
                <a:srgbClr val="747487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1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6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8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5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35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2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2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2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2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2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200"/>
            </a:lvl9pPr>
          </a:lstStyle>
          <a:p>
            <a:endParaRPr/>
          </a:p>
        </p:txBody>
      </p:sp>
      <p:sp>
        <p:nvSpPr>
          <p:cNvPr id="26" name="Google Shape;26;p61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" name="Google Shape;27;p61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" name="Google Shape;28;p61"/>
          <p:cNvSpPr txBox="1">
            <a:spLocks noGrp="1"/>
          </p:cNvSpPr>
          <p:nvPr>
            <p:ph type="sldNum" idx="12"/>
          </p:nvPr>
        </p:nvSpPr>
        <p:spPr>
          <a:xfrm>
            <a:off x="8539150" y="4954449"/>
            <a:ext cx="548700" cy="1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747487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747487"/>
                </a:solidFill>
                <a:latin typeface="Lato Light"/>
                <a:ea typeface="Lato Light"/>
                <a:cs typeface="Lato Light"/>
                <a:sym typeface="Lato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747487"/>
                </a:solidFill>
                <a:latin typeface="Lato Light"/>
                <a:ea typeface="Lato Light"/>
                <a:cs typeface="Lato Light"/>
                <a:sym typeface="Lato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747487"/>
                </a:solidFill>
                <a:latin typeface="Lato Light"/>
                <a:ea typeface="Lato Light"/>
                <a:cs typeface="Lato Light"/>
                <a:sym typeface="Lato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747487"/>
                </a:solidFill>
                <a:latin typeface="Lato Light"/>
                <a:ea typeface="Lato Light"/>
                <a:cs typeface="Lato Light"/>
                <a:sym typeface="Lato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747487"/>
                </a:solidFill>
                <a:latin typeface="Lato Light"/>
                <a:ea typeface="Lato Light"/>
                <a:cs typeface="Lato Light"/>
                <a:sym typeface="Lato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747487"/>
                </a:solidFill>
                <a:latin typeface="Lato Light"/>
                <a:ea typeface="Lato Light"/>
                <a:cs typeface="Lato Light"/>
                <a:sym typeface="Lato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747487"/>
                </a:solidFill>
                <a:latin typeface="Lato Light"/>
                <a:ea typeface="Lato Light"/>
                <a:cs typeface="Lato Light"/>
                <a:sym typeface="Lato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747487"/>
                </a:solidFill>
                <a:latin typeface="Lato Light"/>
                <a:ea typeface="Lato Light"/>
                <a:cs typeface="Lato Light"/>
                <a:sym typeface="Lato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2"/>
          <p:cNvSpPr/>
          <p:nvPr/>
        </p:nvSpPr>
        <p:spPr>
          <a:xfrm>
            <a:off x="321833" y="734457"/>
            <a:ext cx="338229" cy="62261"/>
          </a:xfrm>
          <a:custGeom>
            <a:avLst/>
            <a:gdLst/>
            <a:ahLst/>
            <a:cxnLst/>
            <a:rect l="l" t="t" r="r" b="b"/>
            <a:pathLst>
              <a:path w="10407058" h="2075370" extrusionOk="0">
                <a:moveTo>
                  <a:pt x="0" y="0"/>
                </a:moveTo>
                <a:lnTo>
                  <a:pt x="8325969" y="0"/>
                </a:lnTo>
                <a:cubicBezTo>
                  <a:pt x="9475156" y="0"/>
                  <a:pt x="10407059" y="929342"/>
                  <a:pt x="10407059" y="2075371"/>
                </a:cubicBezTo>
                <a:lnTo>
                  <a:pt x="2081090" y="2075371"/>
                </a:lnTo>
                <a:cubicBezTo>
                  <a:pt x="931903" y="2075371"/>
                  <a:pt x="0" y="1146029"/>
                  <a:pt x="0" y="0"/>
                </a:cubicBezTo>
                <a:close/>
              </a:path>
            </a:pathLst>
          </a:custGeom>
          <a:solidFill>
            <a:srgbClr val="2D8C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62"/>
          <p:cNvSpPr txBox="1">
            <a:spLocks noGrp="1"/>
          </p:cNvSpPr>
          <p:nvPr>
            <p:ph type="sldNum" idx="12"/>
          </p:nvPr>
        </p:nvSpPr>
        <p:spPr>
          <a:xfrm>
            <a:off x="8539150" y="4954449"/>
            <a:ext cx="548700" cy="1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747487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747487"/>
                </a:solidFill>
                <a:latin typeface="Lato Light"/>
                <a:ea typeface="Lato Light"/>
                <a:cs typeface="Lato Light"/>
                <a:sym typeface="Lato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747487"/>
                </a:solidFill>
                <a:latin typeface="Lato Light"/>
                <a:ea typeface="Lato Light"/>
                <a:cs typeface="Lato Light"/>
                <a:sym typeface="Lato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747487"/>
                </a:solidFill>
                <a:latin typeface="Lato Light"/>
                <a:ea typeface="Lato Light"/>
                <a:cs typeface="Lato Light"/>
                <a:sym typeface="Lato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747487"/>
                </a:solidFill>
                <a:latin typeface="Lato Light"/>
                <a:ea typeface="Lato Light"/>
                <a:cs typeface="Lato Light"/>
                <a:sym typeface="Lato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747487"/>
                </a:solidFill>
                <a:latin typeface="Lato Light"/>
                <a:ea typeface="Lato Light"/>
                <a:cs typeface="Lato Light"/>
                <a:sym typeface="Lato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747487"/>
                </a:solidFill>
                <a:latin typeface="Lato Light"/>
                <a:ea typeface="Lato Light"/>
                <a:cs typeface="Lato Light"/>
                <a:sym typeface="Lato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747487"/>
                </a:solidFill>
                <a:latin typeface="Lato Light"/>
                <a:ea typeface="Lato Light"/>
                <a:cs typeface="Lato Light"/>
                <a:sym typeface="Lato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747487"/>
                </a:solidFill>
                <a:latin typeface="Lato Light"/>
                <a:ea typeface="Lato Light"/>
                <a:cs typeface="Lato Light"/>
                <a:sym typeface="Lato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" name="Google Shape;32;p62"/>
          <p:cNvSpPr txBox="1">
            <a:spLocks noGrp="1"/>
          </p:cNvSpPr>
          <p:nvPr>
            <p:ph type="title"/>
          </p:nvPr>
        </p:nvSpPr>
        <p:spPr>
          <a:xfrm>
            <a:off x="250050" y="1057350"/>
            <a:ext cx="3950400" cy="35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62"/>
          <p:cNvSpPr txBox="1">
            <a:spLocks noGrp="1"/>
          </p:cNvSpPr>
          <p:nvPr>
            <p:ph type="body" idx="1"/>
          </p:nvPr>
        </p:nvSpPr>
        <p:spPr>
          <a:xfrm>
            <a:off x="276075" y="1477575"/>
            <a:ext cx="3924300" cy="32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4" name="Google Shape;34;p62"/>
          <p:cNvSpPr txBox="1">
            <a:spLocks noGrp="1"/>
          </p:cNvSpPr>
          <p:nvPr>
            <p:ph type="title" idx="2"/>
          </p:nvPr>
        </p:nvSpPr>
        <p:spPr>
          <a:xfrm>
            <a:off x="4726800" y="1057350"/>
            <a:ext cx="3950400" cy="35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2"/>
          <p:cNvSpPr txBox="1">
            <a:spLocks noGrp="1"/>
          </p:cNvSpPr>
          <p:nvPr>
            <p:ph type="body" idx="3"/>
          </p:nvPr>
        </p:nvSpPr>
        <p:spPr>
          <a:xfrm>
            <a:off x="4752825" y="1477575"/>
            <a:ext cx="3924300" cy="32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6" name="Google Shape;36;p62"/>
          <p:cNvSpPr txBox="1">
            <a:spLocks noGrp="1"/>
          </p:cNvSpPr>
          <p:nvPr>
            <p:ph type="title" idx="4"/>
          </p:nvPr>
        </p:nvSpPr>
        <p:spPr>
          <a:xfrm>
            <a:off x="211950" y="167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3"/>
          <p:cNvSpPr/>
          <p:nvPr/>
        </p:nvSpPr>
        <p:spPr>
          <a:xfrm>
            <a:off x="321833" y="734457"/>
            <a:ext cx="338229" cy="62261"/>
          </a:xfrm>
          <a:custGeom>
            <a:avLst/>
            <a:gdLst/>
            <a:ahLst/>
            <a:cxnLst/>
            <a:rect l="l" t="t" r="r" b="b"/>
            <a:pathLst>
              <a:path w="10407058" h="2075370" extrusionOk="0">
                <a:moveTo>
                  <a:pt x="0" y="0"/>
                </a:moveTo>
                <a:lnTo>
                  <a:pt x="8325969" y="0"/>
                </a:lnTo>
                <a:cubicBezTo>
                  <a:pt x="9475156" y="0"/>
                  <a:pt x="10407059" y="929342"/>
                  <a:pt x="10407059" y="2075371"/>
                </a:cubicBezTo>
                <a:lnTo>
                  <a:pt x="2081090" y="2075371"/>
                </a:lnTo>
                <a:cubicBezTo>
                  <a:pt x="931903" y="2075371"/>
                  <a:pt x="0" y="1146029"/>
                  <a:pt x="0" y="0"/>
                </a:cubicBezTo>
                <a:close/>
              </a:path>
            </a:pathLst>
          </a:custGeom>
          <a:solidFill>
            <a:srgbClr val="2D8C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63"/>
          <p:cNvSpPr txBox="1">
            <a:spLocks noGrp="1"/>
          </p:cNvSpPr>
          <p:nvPr>
            <p:ph type="sldNum" idx="12"/>
          </p:nvPr>
        </p:nvSpPr>
        <p:spPr>
          <a:xfrm>
            <a:off x="8539150" y="4954449"/>
            <a:ext cx="548700" cy="1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747487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747487"/>
                </a:solidFill>
                <a:latin typeface="Lato Light"/>
                <a:ea typeface="Lato Light"/>
                <a:cs typeface="Lato Light"/>
                <a:sym typeface="Lato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747487"/>
                </a:solidFill>
                <a:latin typeface="Lato Light"/>
                <a:ea typeface="Lato Light"/>
                <a:cs typeface="Lato Light"/>
                <a:sym typeface="Lato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747487"/>
                </a:solidFill>
                <a:latin typeface="Lato Light"/>
                <a:ea typeface="Lato Light"/>
                <a:cs typeface="Lato Light"/>
                <a:sym typeface="Lato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747487"/>
                </a:solidFill>
                <a:latin typeface="Lato Light"/>
                <a:ea typeface="Lato Light"/>
                <a:cs typeface="Lato Light"/>
                <a:sym typeface="Lato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747487"/>
                </a:solidFill>
                <a:latin typeface="Lato Light"/>
                <a:ea typeface="Lato Light"/>
                <a:cs typeface="Lato Light"/>
                <a:sym typeface="Lato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747487"/>
                </a:solidFill>
                <a:latin typeface="Lato Light"/>
                <a:ea typeface="Lato Light"/>
                <a:cs typeface="Lato Light"/>
                <a:sym typeface="Lato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747487"/>
                </a:solidFill>
                <a:latin typeface="Lato Light"/>
                <a:ea typeface="Lato Light"/>
                <a:cs typeface="Lato Light"/>
                <a:sym typeface="Lato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747487"/>
                </a:solidFill>
                <a:latin typeface="Lato Light"/>
                <a:ea typeface="Lato Light"/>
                <a:cs typeface="Lato Light"/>
                <a:sym typeface="Lato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0" name="Google Shape;40;p63"/>
          <p:cNvSpPr txBox="1">
            <a:spLocks noGrp="1"/>
          </p:cNvSpPr>
          <p:nvPr>
            <p:ph type="title"/>
          </p:nvPr>
        </p:nvSpPr>
        <p:spPr>
          <a:xfrm>
            <a:off x="211950" y="167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63"/>
          <p:cNvSpPr/>
          <p:nvPr/>
        </p:nvSpPr>
        <p:spPr>
          <a:xfrm rot="10800000" flipH="1">
            <a:off x="5641811" y="4147214"/>
            <a:ext cx="3502184" cy="996280"/>
          </a:xfrm>
          <a:custGeom>
            <a:avLst/>
            <a:gdLst/>
            <a:ahLst/>
            <a:cxnLst/>
            <a:rect l="l" t="t" r="r" b="b"/>
            <a:pathLst>
              <a:path w="11973279" h="3406086" extrusionOk="0">
                <a:moveTo>
                  <a:pt x="11973279" y="2553499"/>
                </a:moveTo>
                <a:cubicBezTo>
                  <a:pt x="10508872" y="2542416"/>
                  <a:pt x="9046173" y="2389803"/>
                  <a:pt x="7624486" y="2099070"/>
                </a:cubicBezTo>
                <a:cubicBezTo>
                  <a:pt x="6183147" y="1804928"/>
                  <a:pt x="4765731" y="1365845"/>
                  <a:pt x="3410684" y="793759"/>
                </a:cubicBezTo>
                <a:cubicBezTo>
                  <a:pt x="2840813" y="553329"/>
                  <a:pt x="2279486" y="288175"/>
                  <a:pt x="1730119" y="0"/>
                </a:cubicBezTo>
                <a:lnTo>
                  <a:pt x="0" y="0"/>
                </a:lnTo>
                <a:cubicBezTo>
                  <a:pt x="985954" y="601927"/>
                  <a:pt x="2017191" y="1131384"/>
                  <a:pt x="3077476" y="1578992"/>
                </a:cubicBezTo>
                <a:cubicBezTo>
                  <a:pt x="4483786" y="2172393"/>
                  <a:pt x="5955882" y="2628527"/>
                  <a:pt x="7452756" y="2934606"/>
                </a:cubicBezTo>
                <a:cubicBezTo>
                  <a:pt x="8930832" y="3236422"/>
                  <a:pt x="10450774" y="3395003"/>
                  <a:pt x="11973279" y="3406087"/>
                </a:cubicBezTo>
                <a:lnTo>
                  <a:pt x="11973279" y="2553499"/>
                </a:lnTo>
                <a:close/>
              </a:path>
            </a:pathLst>
          </a:custGeom>
          <a:solidFill>
            <a:srgbClr val="2D8CFF">
              <a:alpha val="8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64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4" name="Google Shape;44;p64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5" name="Google Shape;45;p64"/>
          <p:cNvSpPr txBox="1">
            <a:spLocks noGrp="1"/>
          </p:cNvSpPr>
          <p:nvPr>
            <p:ph type="sldNum" idx="12"/>
          </p:nvPr>
        </p:nvSpPr>
        <p:spPr>
          <a:xfrm>
            <a:off x="8539150" y="4954449"/>
            <a:ext cx="548700" cy="1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747487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747487"/>
                </a:solidFill>
                <a:latin typeface="Lato Light"/>
                <a:ea typeface="Lato Light"/>
                <a:cs typeface="Lato Light"/>
                <a:sym typeface="Lato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747487"/>
                </a:solidFill>
                <a:latin typeface="Lato Light"/>
                <a:ea typeface="Lato Light"/>
                <a:cs typeface="Lato Light"/>
                <a:sym typeface="Lato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747487"/>
                </a:solidFill>
                <a:latin typeface="Lato Light"/>
                <a:ea typeface="Lato Light"/>
                <a:cs typeface="Lato Light"/>
                <a:sym typeface="Lato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747487"/>
                </a:solidFill>
                <a:latin typeface="Lato Light"/>
                <a:ea typeface="Lato Light"/>
                <a:cs typeface="Lato Light"/>
                <a:sym typeface="Lato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747487"/>
                </a:solidFill>
                <a:latin typeface="Lato Light"/>
                <a:ea typeface="Lato Light"/>
                <a:cs typeface="Lato Light"/>
                <a:sym typeface="Lato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747487"/>
                </a:solidFill>
                <a:latin typeface="Lato Light"/>
                <a:ea typeface="Lato Light"/>
                <a:cs typeface="Lato Light"/>
                <a:sym typeface="Lato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747487"/>
                </a:solidFill>
                <a:latin typeface="Lato Light"/>
                <a:ea typeface="Lato Light"/>
                <a:cs typeface="Lato Light"/>
                <a:sym typeface="Lato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747487"/>
                </a:solidFill>
                <a:latin typeface="Lato Light"/>
                <a:ea typeface="Lato Light"/>
                <a:cs typeface="Lato Light"/>
                <a:sym typeface="Lato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5"/>
          <p:cNvSpPr txBox="1">
            <a:spLocks noGrp="1"/>
          </p:cNvSpPr>
          <p:nvPr>
            <p:ph type="title"/>
          </p:nvPr>
        </p:nvSpPr>
        <p:spPr>
          <a:xfrm>
            <a:off x="490250" y="1206025"/>
            <a:ext cx="6367800" cy="257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8" name="Google Shape;48;p65"/>
          <p:cNvSpPr txBox="1">
            <a:spLocks noGrp="1"/>
          </p:cNvSpPr>
          <p:nvPr>
            <p:ph type="sldNum" idx="12"/>
          </p:nvPr>
        </p:nvSpPr>
        <p:spPr>
          <a:xfrm>
            <a:off x="8539150" y="4954449"/>
            <a:ext cx="548700" cy="1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747487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747487"/>
                </a:solidFill>
                <a:latin typeface="Lato Light"/>
                <a:ea typeface="Lato Light"/>
                <a:cs typeface="Lato Light"/>
                <a:sym typeface="Lato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747487"/>
                </a:solidFill>
                <a:latin typeface="Lato Light"/>
                <a:ea typeface="Lato Light"/>
                <a:cs typeface="Lato Light"/>
                <a:sym typeface="Lato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747487"/>
                </a:solidFill>
                <a:latin typeface="Lato Light"/>
                <a:ea typeface="Lato Light"/>
                <a:cs typeface="Lato Light"/>
                <a:sym typeface="Lato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747487"/>
                </a:solidFill>
                <a:latin typeface="Lato Light"/>
                <a:ea typeface="Lato Light"/>
                <a:cs typeface="Lato Light"/>
                <a:sym typeface="Lato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747487"/>
                </a:solidFill>
                <a:latin typeface="Lato Light"/>
                <a:ea typeface="Lato Light"/>
                <a:cs typeface="Lato Light"/>
                <a:sym typeface="Lato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747487"/>
                </a:solidFill>
                <a:latin typeface="Lato Light"/>
                <a:ea typeface="Lato Light"/>
                <a:cs typeface="Lato Light"/>
                <a:sym typeface="Lato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747487"/>
                </a:solidFill>
                <a:latin typeface="Lato Light"/>
                <a:ea typeface="Lato Light"/>
                <a:cs typeface="Lato Light"/>
                <a:sym typeface="Lato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747487"/>
                </a:solidFill>
                <a:latin typeface="Lato Light"/>
                <a:ea typeface="Lato Light"/>
                <a:cs typeface="Lato Light"/>
                <a:sym typeface="Lato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66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</a:lstStyle>
          <a:p>
            <a:endParaRPr/>
          </a:p>
        </p:txBody>
      </p:sp>
      <p:sp>
        <p:nvSpPr>
          <p:cNvPr id="51" name="Google Shape;51;p66"/>
          <p:cNvSpPr txBox="1">
            <a:spLocks noGrp="1"/>
          </p:cNvSpPr>
          <p:nvPr>
            <p:ph type="sldNum" idx="12"/>
          </p:nvPr>
        </p:nvSpPr>
        <p:spPr>
          <a:xfrm>
            <a:off x="8539150" y="4954449"/>
            <a:ext cx="548700" cy="1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747487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747487"/>
                </a:solidFill>
                <a:latin typeface="Lato Light"/>
                <a:ea typeface="Lato Light"/>
                <a:cs typeface="Lato Light"/>
                <a:sym typeface="Lato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747487"/>
                </a:solidFill>
                <a:latin typeface="Lato Light"/>
                <a:ea typeface="Lato Light"/>
                <a:cs typeface="Lato Light"/>
                <a:sym typeface="Lato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747487"/>
                </a:solidFill>
                <a:latin typeface="Lato Light"/>
                <a:ea typeface="Lato Light"/>
                <a:cs typeface="Lato Light"/>
                <a:sym typeface="Lato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747487"/>
                </a:solidFill>
                <a:latin typeface="Lato Light"/>
                <a:ea typeface="Lato Light"/>
                <a:cs typeface="Lato Light"/>
                <a:sym typeface="Lato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747487"/>
                </a:solidFill>
                <a:latin typeface="Lato Light"/>
                <a:ea typeface="Lato Light"/>
                <a:cs typeface="Lato Light"/>
                <a:sym typeface="Lato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747487"/>
                </a:solidFill>
                <a:latin typeface="Lato Light"/>
                <a:ea typeface="Lato Light"/>
                <a:cs typeface="Lato Light"/>
                <a:sym typeface="Lato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747487"/>
                </a:solidFill>
                <a:latin typeface="Lato Light"/>
                <a:ea typeface="Lato Light"/>
                <a:cs typeface="Lato Light"/>
                <a:sym typeface="Lato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747487"/>
                </a:solidFill>
                <a:latin typeface="Lato Light"/>
                <a:ea typeface="Lato Light"/>
                <a:cs typeface="Lato Light"/>
                <a:sym typeface="Lato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8"/>
          <p:cNvSpPr/>
          <p:nvPr/>
        </p:nvSpPr>
        <p:spPr>
          <a:xfrm>
            <a:off x="90900" y="4913146"/>
            <a:ext cx="654520" cy="146072"/>
          </a:xfrm>
          <a:custGeom>
            <a:avLst/>
            <a:gdLst/>
            <a:ahLst/>
            <a:cxnLst/>
            <a:rect l="l" t="t" r="r" b="b"/>
            <a:pathLst>
              <a:path w="4760142" h="1062344" extrusionOk="0">
                <a:moveTo>
                  <a:pt x="4706662" y="1062345"/>
                </a:moveTo>
                <a:lnTo>
                  <a:pt x="4746787" y="1062345"/>
                </a:lnTo>
                <a:cubicBezTo>
                  <a:pt x="4754163" y="1062345"/>
                  <a:pt x="4760143" y="1056407"/>
                  <a:pt x="4760143" y="1049071"/>
                </a:cubicBezTo>
                <a:lnTo>
                  <a:pt x="4760143" y="424936"/>
                </a:lnTo>
                <a:cubicBezTo>
                  <a:pt x="4760019" y="190155"/>
                  <a:pt x="4568664" y="132"/>
                  <a:pt x="4332250" y="132"/>
                </a:cubicBezTo>
                <a:cubicBezTo>
                  <a:pt x="4204546" y="132"/>
                  <a:pt x="4089809" y="55766"/>
                  <a:pt x="4011318" y="143942"/>
                </a:cubicBezTo>
                <a:cubicBezTo>
                  <a:pt x="3932960" y="55766"/>
                  <a:pt x="3818223" y="132"/>
                  <a:pt x="3690386" y="132"/>
                </a:cubicBezTo>
                <a:cubicBezTo>
                  <a:pt x="3601733" y="132"/>
                  <a:pt x="3519364" y="26953"/>
                  <a:pt x="3450902" y="72901"/>
                </a:cubicBezTo>
                <a:cubicBezTo>
                  <a:pt x="3422279" y="28945"/>
                  <a:pt x="3372658" y="0"/>
                  <a:pt x="3316107" y="0"/>
                </a:cubicBezTo>
                <a:lnTo>
                  <a:pt x="3275992" y="0"/>
                </a:lnTo>
                <a:cubicBezTo>
                  <a:pt x="3268605" y="0"/>
                  <a:pt x="3262617" y="5938"/>
                  <a:pt x="3262617" y="13274"/>
                </a:cubicBezTo>
                <a:lnTo>
                  <a:pt x="3262617" y="1049071"/>
                </a:lnTo>
                <a:cubicBezTo>
                  <a:pt x="3262617" y="1056407"/>
                  <a:pt x="3268605" y="1062345"/>
                  <a:pt x="3275992" y="1062345"/>
                </a:cubicBezTo>
                <a:lnTo>
                  <a:pt x="3316107" y="1062345"/>
                </a:lnTo>
                <a:cubicBezTo>
                  <a:pt x="3404760" y="1062345"/>
                  <a:pt x="3476568" y="991039"/>
                  <a:pt x="3476568" y="902994"/>
                </a:cubicBezTo>
                <a:lnTo>
                  <a:pt x="3476435" y="424936"/>
                </a:lnTo>
                <a:cubicBezTo>
                  <a:pt x="3476435" y="423208"/>
                  <a:pt x="3476435" y="421348"/>
                  <a:pt x="3476568" y="419620"/>
                </a:cubicBezTo>
                <a:cubicBezTo>
                  <a:pt x="3479382" y="304755"/>
                  <a:pt x="3574185" y="212595"/>
                  <a:pt x="3690386" y="212595"/>
                </a:cubicBezTo>
                <a:cubicBezTo>
                  <a:pt x="3808603" y="212595"/>
                  <a:pt x="3904204" y="307550"/>
                  <a:pt x="3904347" y="424936"/>
                </a:cubicBezTo>
                <a:lnTo>
                  <a:pt x="3904347" y="902994"/>
                </a:lnTo>
                <a:cubicBezTo>
                  <a:pt x="3904347" y="991039"/>
                  <a:pt x="3976155" y="1062345"/>
                  <a:pt x="4064808" y="1062345"/>
                </a:cubicBezTo>
                <a:lnTo>
                  <a:pt x="4104924" y="1062345"/>
                </a:lnTo>
                <a:cubicBezTo>
                  <a:pt x="4112309" y="1062345"/>
                  <a:pt x="4118298" y="1056407"/>
                  <a:pt x="4118298" y="1049071"/>
                </a:cubicBezTo>
                <a:lnTo>
                  <a:pt x="4118298" y="424936"/>
                </a:lnTo>
                <a:cubicBezTo>
                  <a:pt x="4118431" y="307550"/>
                  <a:pt x="4214176" y="212595"/>
                  <a:pt x="4332250" y="212595"/>
                </a:cubicBezTo>
                <a:cubicBezTo>
                  <a:pt x="4450457" y="212595"/>
                  <a:pt x="4546068" y="307550"/>
                  <a:pt x="4546201" y="424936"/>
                </a:cubicBezTo>
                <a:lnTo>
                  <a:pt x="4546201" y="902994"/>
                </a:lnTo>
                <a:cubicBezTo>
                  <a:pt x="4546201" y="991039"/>
                  <a:pt x="4618009" y="1062345"/>
                  <a:pt x="4706662" y="1062345"/>
                </a:cubicBezTo>
                <a:moveTo>
                  <a:pt x="2139342" y="531172"/>
                </a:moveTo>
                <a:cubicBezTo>
                  <a:pt x="2139342" y="237830"/>
                  <a:pt x="2378807" y="0"/>
                  <a:pt x="2674177" y="0"/>
                </a:cubicBezTo>
                <a:cubicBezTo>
                  <a:pt x="2969538" y="0"/>
                  <a:pt x="3209003" y="237830"/>
                  <a:pt x="3209003" y="531172"/>
                </a:cubicBezTo>
                <a:cubicBezTo>
                  <a:pt x="3209003" y="824646"/>
                  <a:pt x="2969538" y="1062345"/>
                  <a:pt x="2674177" y="1062345"/>
                </a:cubicBezTo>
                <a:cubicBezTo>
                  <a:pt x="2378807" y="1062345"/>
                  <a:pt x="2139342" y="824646"/>
                  <a:pt x="2139342" y="531172"/>
                </a:cubicBezTo>
                <a:moveTo>
                  <a:pt x="2353274" y="531172"/>
                </a:moveTo>
                <a:cubicBezTo>
                  <a:pt x="2353274" y="707260"/>
                  <a:pt x="2497005" y="849881"/>
                  <a:pt x="2674177" y="849881"/>
                </a:cubicBezTo>
                <a:cubicBezTo>
                  <a:pt x="2851340" y="849881"/>
                  <a:pt x="2995071" y="707260"/>
                  <a:pt x="2995071" y="531172"/>
                </a:cubicBezTo>
                <a:cubicBezTo>
                  <a:pt x="2995071" y="355216"/>
                  <a:pt x="2851340" y="212595"/>
                  <a:pt x="2674177" y="212595"/>
                </a:cubicBezTo>
                <a:cubicBezTo>
                  <a:pt x="2497005" y="212595"/>
                  <a:pt x="2353274" y="355216"/>
                  <a:pt x="2353274" y="531172"/>
                </a:cubicBezTo>
                <a:moveTo>
                  <a:pt x="1551026" y="0"/>
                </a:moveTo>
                <a:cubicBezTo>
                  <a:pt x="1255665" y="0"/>
                  <a:pt x="1016190" y="237830"/>
                  <a:pt x="1016190" y="531172"/>
                </a:cubicBezTo>
                <a:cubicBezTo>
                  <a:pt x="1016190" y="824646"/>
                  <a:pt x="1255665" y="1062345"/>
                  <a:pt x="1551026" y="1062345"/>
                </a:cubicBezTo>
                <a:cubicBezTo>
                  <a:pt x="1846386" y="1062345"/>
                  <a:pt x="2085861" y="824646"/>
                  <a:pt x="2085861" y="531172"/>
                </a:cubicBezTo>
                <a:cubicBezTo>
                  <a:pt x="2085861" y="237830"/>
                  <a:pt x="1846386" y="0"/>
                  <a:pt x="1551026" y="0"/>
                </a:cubicBezTo>
                <a:moveTo>
                  <a:pt x="1551026" y="849881"/>
                </a:moveTo>
                <a:cubicBezTo>
                  <a:pt x="1373862" y="849881"/>
                  <a:pt x="1230122" y="707260"/>
                  <a:pt x="1230122" y="531172"/>
                </a:cubicBezTo>
                <a:cubicBezTo>
                  <a:pt x="1230122" y="355216"/>
                  <a:pt x="1373862" y="212595"/>
                  <a:pt x="1551026" y="212595"/>
                </a:cubicBezTo>
                <a:cubicBezTo>
                  <a:pt x="1728189" y="212595"/>
                  <a:pt x="1871919" y="355216"/>
                  <a:pt x="1871919" y="531172"/>
                </a:cubicBezTo>
                <a:cubicBezTo>
                  <a:pt x="1871919" y="707260"/>
                  <a:pt x="1728189" y="849881"/>
                  <a:pt x="1551026" y="849881"/>
                </a:cubicBezTo>
                <a:moveTo>
                  <a:pt x="385801" y="838542"/>
                </a:moveTo>
                <a:lnTo>
                  <a:pt x="1004441" y="224132"/>
                </a:lnTo>
                <a:cubicBezTo>
                  <a:pt x="1011960" y="216664"/>
                  <a:pt x="1016190" y="206534"/>
                  <a:pt x="1016190" y="195961"/>
                </a:cubicBezTo>
                <a:lnTo>
                  <a:pt x="1016190" y="159350"/>
                </a:lnTo>
                <a:cubicBezTo>
                  <a:pt x="1016190" y="71306"/>
                  <a:pt x="944382" y="0"/>
                  <a:pt x="855739" y="0"/>
                </a:cubicBezTo>
                <a:lnTo>
                  <a:pt x="13375" y="0"/>
                </a:lnTo>
                <a:cubicBezTo>
                  <a:pt x="5989" y="0"/>
                  <a:pt x="0" y="5938"/>
                  <a:pt x="0" y="13274"/>
                </a:cubicBezTo>
                <a:lnTo>
                  <a:pt x="0" y="53113"/>
                </a:lnTo>
                <a:cubicBezTo>
                  <a:pt x="0" y="141157"/>
                  <a:pt x="71808" y="212463"/>
                  <a:pt x="160452" y="212463"/>
                </a:cubicBezTo>
                <a:lnTo>
                  <a:pt x="679146" y="212463"/>
                </a:lnTo>
                <a:cubicBezTo>
                  <a:pt x="680923" y="212463"/>
                  <a:pt x="682625" y="213162"/>
                  <a:pt x="683880" y="214408"/>
                </a:cubicBezTo>
                <a:cubicBezTo>
                  <a:pt x="686484" y="217004"/>
                  <a:pt x="686484" y="221205"/>
                  <a:pt x="683880" y="223801"/>
                </a:cubicBezTo>
                <a:lnTo>
                  <a:pt x="65240" y="838212"/>
                </a:lnTo>
                <a:cubicBezTo>
                  <a:pt x="57711" y="845680"/>
                  <a:pt x="53490" y="855810"/>
                  <a:pt x="53490" y="866383"/>
                </a:cubicBezTo>
                <a:lnTo>
                  <a:pt x="53490" y="902994"/>
                </a:lnTo>
                <a:cubicBezTo>
                  <a:pt x="53490" y="991039"/>
                  <a:pt x="125289" y="1062345"/>
                  <a:pt x="213942" y="1062345"/>
                </a:cubicBezTo>
                <a:lnTo>
                  <a:pt x="1056296" y="1062345"/>
                </a:lnTo>
                <a:cubicBezTo>
                  <a:pt x="1063682" y="1062345"/>
                  <a:pt x="1069671" y="1056407"/>
                  <a:pt x="1069671" y="1049071"/>
                </a:cubicBezTo>
                <a:lnTo>
                  <a:pt x="1069671" y="1009231"/>
                </a:lnTo>
                <a:cubicBezTo>
                  <a:pt x="1069671" y="921186"/>
                  <a:pt x="997872" y="849881"/>
                  <a:pt x="909219" y="849881"/>
                </a:cubicBezTo>
                <a:lnTo>
                  <a:pt x="390525" y="849881"/>
                </a:lnTo>
                <a:cubicBezTo>
                  <a:pt x="388757" y="849881"/>
                  <a:pt x="387055" y="849182"/>
                  <a:pt x="385801" y="847936"/>
                </a:cubicBezTo>
                <a:cubicBezTo>
                  <a:pt x="383186" y="845340"/>
                  <a:pt x="383186" y="841139"/>
                  <a:pt x="385801" y="838542"/>
                </a:cubicBezTo>
              </a:path>
            </a:pathLst>
          </a:custGeom>
          <a:solidFill>
            <a:srgbClr val="2D8CF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7;p58"/>
          <p:cNvSpPr txBox="1">
            <a:spLocks noGrp="1"/>
          </p:cNvSpPr>
          <p:nvPr>
            <p:ph type="body" idx="1"/>
          </p:nvPr>
        </p:nvSpPr>
        <p:spPr>
          <a:xfrm>
            <a:off x="387900" y="12286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Lato Light"/>
              <a:buChar char="●"/>
              <a:defRPr sz="1600" b="0" i="0" u="none" strike="noStrike" cap="none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marL="914400" marR="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Lato Light"/>
              <a:buChar char="○"/>
              <a:defRPr sz="1600" b="0" i="0" u="none" strike="noStrike" cap="none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defRPr>
            </a:lvl2pPr>
            <a:lvl3pPr marL="1371600" marR="0" lvl="2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Lato Light"/>
              <a:buChar char="■"/>
              <a:defRPr sz="1600" b="0" i="0" u="none" strike="noStrike" cap="none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defRPr>
            </a:lvl3pPr>
            <a:lvl4pPr marL="1828800" marR="0" lvl="3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Lato Light"/>
              <a:buChar char="●"/>
              <a:defRPr sz="1600" b="0" i="0" u="none" strike="noStrike" cap="none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defRPr>
            </a:lvl4pPr>
            <a:lvl5pPr marL="2286000" marR="0" lvl="4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Lato Light"/>
              <a:buChar char="○"/>
              <a:defRPr sz="1600" b="0" i="0" u="none" strike="noStrike" cap="none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defRPr>
            </a:lvl5pPr>
            <a:lvl6pPr marL="2743200" marR="0" lvl="5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Lato Light"/>
              <a:buChar char="■"/>
              <a:defRPr sz="1600" b="0" i="0" u="none" strike="noStrike" cap="none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defRPr>
            </a:lvl6pPr>
            <a:lvl7pPr marL="3200400" marR="0" lvl="6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Lato Light"/>
              <a:buChar char="●"/>
              <a:defRPr sz="1600" b="0" i="0" u="none" strike="noStrike" cap="none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defRPr>
            </a:lvl7pPr>
            <a:lvl8pPr marL="3657600" marR="0" lvl="7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Lato Light"/>
              <a:buChar char="○"/>
              <a:defRPr sz="1600" b="0" i="0" u="none" strike="noStrike" cap="none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defRPr>
            </a:lvl8pPr>
            <a:lvl9pPr marL="4114800" marR="0" lvl="8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Lato Light"/>
              <a:buChar char="■"/>
              <a:defRPr sz="1600" b="0" i="0" u="none" strike="noStrike" cap="none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defRPr>
            </a:lvl9pPr>
          </a:lstStyle>
          <a:p>
            <a:endParaRPr/>
          </a:p>
        </p:txBody>
      </p:sp>
      <p:sp>
        <p:nvSpPr>
          <p:cNvPr id="8" name="Google Shape;8;p58"/>
          <p:cNvSpPr txBox="1"/>
          <p:nvPr/>
        </p:nvSpPr>
        <p:spPr>
          <a:xfrm>
            <a:off x="749804" y="4954449"/>
            <a:ext cx="2338200" cy="1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-US" sz="600" b="0" i="0" u="none" strike="noStrike" cap="none">
                <a:solidFill>
                  <a:srgbClr val="747487"/>
                </a:solidFill>
                <a:latin typeface="Lato Light"/>
                <a:ea typeface="Lato Light"/>
                <a:cs typeface="Lato Light"/>
                <a:sym typeface="Lato Light"/>
              </a:rPr>
              <a:t>© 2022 Zoom Video Communications, Inc.</a:t>
            </a:r>
            <a:endParaRPr sz="600" b="0" i="0" u="none" strike="noStrike" cap="none">
              <a:solidFill>
                <a:srgbClr val="747487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9" name="Google Shape;9;p5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Lato Black"/>
              <a:buNone/>
              <a:defRPr sz="2400" b="0" i="0" u="none" strike="noStrike" cap="none">
                <a:solidFill>
                  <a:schemeClr val="accent4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58"/>
          <p:cNvSpPr txBox="1">
            <a:spLocks noGrp="1"/>
          </p:cNvSpPr>
          <p:nvPr>
            <p:ph type="sldNum" idx="12"/>
          </p:nvPr>
        </p:nvSpPr>
        <p:spPr>
          <a:xfrm>
            <a:off x="8539150" y="4954449"/>
            <a:ext cx="548700" cy="1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747487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747487"/>
                </a:solidFill>
                <a:latin typeface="Lato Light"/>
                <a:ea typeface="Lato Light"/>
                <a:cs typeface="Lato Light"/>
                <a:sym typeface="Lato Light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747487"/>
                </a:solidFill>
                <a:latin typeface="Lato Light"/>
                <a:ea typeface="Lato Light"/>
                <a:cs typeface="Lato Light"/>
                <a:sym typeface="Lato Light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747487"/>
                </a:solidFill>
                <a:latin typeface="Lato Light"/>
                <a:ea typeface="Lato Light"/>
                <a:cs typeface="Lato Light"/>
                <a:sym typeface="Lato Light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747487"/>
                </a:solidFill>
                <a:latin typeface="Lato Light"/>
                <a:ea typeface="Lato Light"/>
                <a:cs typeface="Lato Light"/>
                <a:sym typeface="Lato Light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747487"/>
                </a:solidFill>
                <a:latin typeface="Lato Light"/>
                <a:ea typeface="Lato Light"/>
                <a:cs typeface="Lato Light"/>
                <a:sym typeface="Lato Light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747487"/>
                </a:solidFill>
                <a:latin typeface="Lato Light"/>
                <a:ea typeface="Lato Light"/>
                <a:cs typeface="Lato Light"/>
                <a:sym typeface="Lato Light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747487"/>
                </a:solidFill>
                <a:latin typeface="Lato Light"/>
                <a:ea typeface="Lato Light"/>
                <a:cs typeface="Lato Light"/>
                <a:sym typeface="Lato Light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747487"/>
                </a:solidFill>
                <a:latin typeface="Lato Light"/>
                <a:ea typeface="Lato Light"/>
                <a:cs typeface="Lato Light"/>
                <a:sym typeface="Lato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" name="Google Shape;11;p58"/>
          <p:cNvSpPr txBox="1"/>
          <p:nvPr/>
        </p:nvSpPr>
        <p:spPr>
          <a:xfrm>
            <a:off x="3402904" y="4954449"/>
            <a:ext cx="2338200" cy="1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-US" sz="600" b="0" i="0" u="none" strike="noStrike" cap="none">
                <a:solidFill>
                  <a:srgbClr val="747487"/>
                </a:solidFill>
                <a:latin typeface="Lato"/>
                <a:ea typeface="Lato"/>
                <a:cs typeface="Lato"/>
                <a:sym typeface="Lato"/>
              </a:rPr>
              <a:t>CONFIDENTIAL</a:t>
            </a:r>
            <a:endParaRPr sz="600" b="0" i="0" u="none" strike="noStrike" cap="none">
              <a:solidFill>
                <a:srgbClr val="747487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"/>
          <p:cNvSpPr/>
          <p:nvPr/>
        </p:nvSpPr>
        <p:spPr>
          <a:xfrm>
            <a:off x="3473540" y="-1"/>
            <a:ext cx="5664692" cy="5143501"/>
          </a:xfrm>
          <a:custGeom>
            <a:avLst/>
            <a:gdLst/>
            <a:ahLst/>
            <a:cxnLst/>
            <a:rect l="l" t="t" r="r" b="b"/>
            <a:pathLst>
              <a:path w="5608606" h="5143501" extrusionOk="0">
                <a:moveTo>
                  <a:pt x="1260349" y="0"/>
                </a:moveTo>
                <a:lnTo>
                  <a:pt x="5608606" y="0"/>
                </a:lnTo>
                <a:lnTo>
                  <a:pt x="5608606" y="5143501"/>
                </a:lnTo>
                <a:lnTo>
                  <a:pt x="140403" y="5143501"/>
                </a:lnTo>
                <a:lnTo>
                  <a:pt x="129796" y="5097544"/>
                </a:lnTo>
                <a:cubicBezTo>
                  <a:pt x="44693" y="4681656"/>
                  <a:pt x="0" y="4251047"/>
                  <a:pt x="0" y="3810000"/>
                </a:cubicBezTo>
                <a:cubicBezTo>
                  <a:pt x="0" y="2486859"/>
                  <a:pt x="402232" y="1257664"/>
                  <a:pt x="1091088" y="23802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"/>
          <p:cNvSpPr/>
          <p:nvPr/>
        </p:nvSpPr>
        <p:spPr>
          <a:xfrm>
            <a:off x="789425" y="4962075"/>
            <a:ext cx="1510200" cy="142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PresentationTitle"/>
          <p:cNvSpPr txBox="1"/>
          <p:nvPr/>
        </p:nvSpPr>
        <p:spPr>
          <a:xfrm>
            <a:off x="465375" y="1374925"/>
            <a:ext cx="3335100" cy="120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232333"/>
                </a:solidFill>
                <a:latin typeface="Arial"/>
                <a:ea typeface="Arial"/>
                <a:cs typeface="Arial"/>
                <a:sym typeface="Arial"/>
              </a:rPr>
              <a:t>Q4FY22 Patent Application Filings</a:t>
            </a:r>
            <a:endParaRPr sz="2400" b="1" i="0" u="none" strike="noStrike" cap="none" dirty="0">
              <a:solidFill>
                <a:srgbClr val="2323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PresentationDates"/>
          <p:cNvSpPr txBox="1"/>
          <p:nvPr/>
        </p:nvSpPr>
        <p:spPr>
          <a:xfrm>
            <a:off x="448728" y="2936924"/>
            <a:ext cx="2528228" cy="8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 dirty="0">
                <a:solidFill>
                  <a:srgbClr val="44546A"/>
                </a:solidFill>
                <a:latin typeface="Arial"/>
                <a:ea typeface="Arial"/>
                <a:cs typeface="Arial"/>
                <a:sym typeface="Arial"/>
              </a:rPr>
              <a:t>November 1, 2021 - January 31, 2022</a:t>
            </a:r>
            <a:endParaRPr sz="2000" b="0" i="0" u="none" strike="noStrike" cap="none" dirty="0">
              <a:solidFill>
                <a:srgbClr val="44546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PageNumber"/>
          <p:cNvSpPr txBox="1">
            <a:spLocks noGrp="1"/>
          </p:cNvSpPr>
          <p:nvPr>
            <p:ph type="sldNum" idx="12"/>
          </p:nvPr>
        </p:nvSpPr>
        <p:spPr>
          <a:xfrm>
            <a:off x="8539150" y="4954449"/>
            <a:ext cx="548700" cy="1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sp>
        <p:nvSpPr>
          <p:cNvPr id="61" name="Google Shape;61;p1"/>
          <p:cNvSpPr/>
          <p:nvPr/>
        </p:nvSpPr>
        <p:spPr>
          <a:xfrm>
            <a:off x="2879123" y="-1"/>
            <a:ext cx="3468077" cy="5143738"/>
          </a:xfrm>
          <a:custGeom>
            <a:avLst/>
            <a:gdLst/>
            <a:ahLst/>
            <a:cxnLst/>
            <a:rect l="l" t="t" r="r" b="b"/>
            <a:pathLst>
              <a:path w="4624103" h="6858317" extrusionOk="0">
                <a:moveTo>
                  <a:pt x="317919" y="6857683"/>
                </a:moveTo>
                <a:cubicBezTo>
                  <a:pt x="340129" y="6443663"/>
                  <a:pt x="392798" y="6032183"/>
                  <a:pt x="474975" y="5629593"/>
                </a:cubicBezTo>
                <a:cubicBezTo>
                  <a:pt x="584438" y="5093970"/>
                  <a:pt x="747839" y="4567238"/>
                  <a:pt x="960737" y="4063683"/>
                </a:cubicBezTo>
                <a:cubicBezTo>
                  <a:pt x="1169828" y="3569335"/>
                  <a:pt x="1428415" y="3092450"/>
                  <a:pt x="1729518" y="2646680"/>
                </a:cubicBezTo>
                <a:cubicBezTo>
                  <a:pt x="2027765" y="2204720"/>
                  <a:pt x="2370432" y="1789430"/>
                  <a:pt x="2747683" y="1411923"/>
                </a:cubicBezTo>
                <a:cubicBezTo>
                  <a:pt x="3124935" y="1034415"/>
                  <a:pt x="3540260" y="691515"/>
                  <a:pt x="3981603" y="393065"/>
                </a:cubicBezTo>
                <a:cubicBezTo>
                  <a:pt x="4189424" y="252413"/>
                  <a:pt x="4403908" y="121285"/>
                  <a:pt x="4624104" y="0"/>
                </a:cubicBezTo>
                <a:lnTo>
                  <a:pt x="4002226" y="0"/>
                </a:lnTo>
                <a:cubicBezTo>
                  <a:pt x="3935597" y="42545"/>
                  <a:pt x="3869284" y="85725"/>
                  <a:pt x="3803924" y="130175"/>
                </a:cubicBezTo>
                <a:cubicBezTo>
                  <a:pt x="3345765" y="440055"/>
                  <a:pt x="2914892" y="795655"/>
                  <a:pt x="2523046" y="1187450"/>
                </a:cubicBezTo>
                <a:cubicBezTo>
                  <a:pt x="2131517" y="1579245"/>
                  <a:pt x="1775841" y="2010410"/>
                  <a:pt x="1466489" y="2469198"/>
                </a:cubicBezTo>
                <a:cubicBezTo>
                  <a:pt x="1153964" y="2932113"/>
                  <a:pt x="885541" y="3427095"/>
                  <a:pt x="668518" y="3940492"/>
                </a:cubicBezTo>
                <a:cubicBezTo>
                  <a:pt x="447688" y="4463098"/>
                  <a:pt x="277941" y="5010150"/>
                  <a:pt x="164036" y="5566410"/>
                </a:cubicBezTo>
                <a:cubicBezTo>
                  <a:pt x="77417" y="5989955"/>
                  <a:pt x="22527" y="6423025"/>
                  <a:pt x="0" y="6858318"/>
                </a:cubicBezTo>
                <a:lnTo>
                  <a:pt x="317919" y="6858318"/>
                </a:lnTo>
                <a:close/>
              </a:path>
            </a:pathLst>
          </a:custGeom>
          <a:solidFill>
            <a:srgbClr val="2D8CFF">
              <a:alpha val="8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1"/>
          <p:cNvSpPr/>
          <p:nvPr/>
        </p:nvSpPr>
        <p:spPr>
          <a:xfrm>
            <a:off x="542470" y="2647183"/>
            <a:ext cx="338229" cy="62261"/>
          </a:xfrm>
          <a:custGeom>
            <a:avLst/>
            <a:gdLst/>
            <a:ahLst/>
            <a:cxnLst/>
            <a:rect l="l" t="t" r="r" b="b"/>
            <a:pathLst>
              <a:path w="10407058" h="2075370" extrusionOk="0">
                <a:moveTo>
                  <a:pt x="0" y="0"/>
                </a:moveTo>
                <a:lnTo>
                  <a:pt x="8325969" y="0"/>
                </a:lnTo>
                <a:cubicBezTo>
                  <a:pt x="9475156" y="0"/>
                  <a:pt x="10407059" y="929342"/>
                  <a:pt x="10407059" y="2075371"/>
                </a:cubicBezTo>
                <a:lnTo>
                  <a:pt x="2081090" y="2075371"/>
                </a:lnTo>
                <a:cubicBezTo>
                  <a:pt x="931903" y="2075371"/>
                  <a:pt x="0" y="1146029"/>
                  <a:pt x="0" y="0"/>
                </a:cubicBezTo>
                <a:close/>
              </a:path>
            </a:pathLst>
          </a:custGeom>
          <a:solidFill>
            <a:srgbClr val="2D8C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Confidential"/>
          <p:cNvSpPr txBox="1"/>
          <p:nvPr/>
        </p:nvSpPr>
        <p:spPr>
          <a:xfrm>
            <a:off x="1319029" y="4954449"/>
            <a:ext cx="2338200" cy="1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-US" sz="600" b="0" i="0" u="none" strike="noStrike" cap="none">
                <a:solidFill>
                  <a:srgbClr val="747487"/>
                </a:solidFill>
                <a:latin typeface="Arial"/>
                <a:ea typeface="Arial"/>
                <a:cs typeface="Arial"/>
                <a:sym typeface="Arial"/>
              </a:rPr>
              <a:t>CONFIDENTIAL</a:t>
            </a:r>
            <a:endParaRPr sz="600" b="0" i="0" u="none" strike="noStrike" cap="none">
              <a:solidFill>
                <a:srgbClr val="74748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Copyright"/>
          <p:cNvSpPr txBox="1"/>
          <p:nvPr/>
        </p:nvSpPr>
        <p:spPr>
          <a:xfrm>
            <a:off x="6315004" y="4954449"/>
            <a:ext cx="2338200" cy="196200"/>
          </a:xfrm>
          <a:prstGeom prst="rect">
            <a:avLst/>
          </a:prstGeom>
          <a:noFill/>
          <a:ln>
            <a:noFill/>
          </a:ln>
          <a:effectLst>
            <a:outerShdw blurRad="71438" algn="bl" rotWithShape="0">
              <a:srgbClr val="000000">
                <a:alpha val="32941"/>
              </a:srgbClr>
            </a:outerShdw>
          </a:effectLst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-US" sz="6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2026 Zoom Communications, Inc.</a:t>
            </a:r>
            <a:endParaRPr sz="6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PageNumber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" sz="600" b="0" i="0" u="none" strike="noStrike" cap="none">
                <a:solidFill>
                  <a:srgbClr val="747487"/>
                </a:solidFill>
                <a:latin typeface="Lato Light"/>
                <a:ea typeface="Lato Light"/>
                <a:cs typeface="Lato Light"/>
                <a:sym typeface="Lato Light"/>
              </a:rPr>
              <a:t>2</a:t>
            </a:fld>
            <a:endParaRPr sz="600" b="0" i="0" u="none" strike="noStrike" cap="none">
              <a:solidFill>
                <a:srgbClr val="747487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2" name="Copyright">
            <a:extLst>
              <a:ext uri="{FF2B5EF4-FFF2-40B4-BE49-F238E27FC236}">
                <a16:creationId xmlns:a16="http://schemas.microsoft.com/office/drawing/2014/main" id="{259CB673-B874-70D4-8498-5F3E53B6B7FF}"/>
              </a:ext>
            </a:extLst>
          </p:cNvPr>
          <p:cNvSpPr/>
          <p:nvPr/>
        </p:nvSpPr>
        <p:spPr>
          <a:xfrm>
            <a:off x="774700" y="4983714"/>
            <a:ext cx="1460499" cy="9729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600" dirty="0">
                <a:solidFill>
                  <a:schemeClr val="accent3"/>
                </a:solidFill>
              </a:rPr>
              <a:t>@ 2026 Zoom Communications, Inc.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304DCF13-705F-61A5-E279-8B97D95FE3AA}"/>
              </a:ext>
            </a:extLst>
          </p:cNvPr>
          <p:cNvSpPr txBox="1">
            <a:spLocks/>
          </p:cNvSpPr>
          <p:nvPr/>
        </p:nvSpPr>
        <p:spPr>
          <a:xfrm>
            <a:off x="311700" y="55425"/>
            <a:ext cx="8520600" cy="506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SzPts val="2400"/>
            </a:pPr>
            <a:r>
              <a:rPr lang="en-US" sz="2400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Title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ageNumber"/>
          <p:cNvSpPr txBox="1">
            <a:spLocks noGrp="1"/>
          </p:cNvSpPr>
          <p:nvPr>
            <p:ph type="sldNum" idx="12"/>
          </p:nvPr>
        </p:nvSpPr>
        <p:spPr>
          <a:xfrm>
            <a:off x="8539150" y="4954449"/>
            <a:ext cx="548700" cy="1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84" name="SectionTitle"/>
          <p:cNvSpPr txBox="1">
            <a:spLocks noGrp="1"/>
          </p:cNvSpPr>
          <p:nvPr>
            <p:ph type="title"/>
          </p:nvPr>
        </p:nvSpPr>
        <p:spPr>
          <a:xfrm>
            <a:off x="311700" y="16388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dirty="0"/>
              <a:t>Meeting</a:t>
            </a:r>
            <a:endParaRPr dirty="0"/>
          </a:p>
        </p:txBody>
      </p:sp>
      <p:sp>
        <p:nvSpPr>
          <p:cNvPr id="4" name="Copyright">
            <a:extLst>
              <a:ext uri="{FF2B5EF4-FFF2-40B4-BE49-F238E27FC236}">
                <a16:creationId xmlns:a16="http://schemas.microsoft.com/office/drawing/2014/main" id="{377CD382-B180-64CC-F56A-9072CA4CD12C}"/>
              </a:ext>
            </a:extLst>
          </p:cNvPr>
          <p:cNvSpPr/>
          <p:nvPr/>
        </p:nvSpPr>
        <p:spPr>
          <a:xfrm>
            <a:off x="774700" y="4983714"/>
            <a:ext cx="1460499" cy="9729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600" dirty="0">
                <a:solidFill>
                  <a:schemeClr val="accent3"/>
                </a:solidFill>
              </a:rPr>
              <a:t>@ 2026 Zoom Communications, Inc.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WorkProduct"/>
          <p:cNvSpPr/>
          <p:nvPr/>
        </p:nvSpPr>
        <p:spPr>
          <a:xfrm>
            <a:off x="3897227" y="4926881"/>
            <a:ext cx="52419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1" i="0" u="sng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Attorney Work Product -  Privileged and Confidential. Do not distribute.</a:t>
            </a:r>
            <a:endParaRPr sz="9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Background"/>
          <p:cNvSpPr/>
          <p:nvPr/>
        </p:nvSpPr>
        <p:spPr>
          <a:xfrm>
            <a:off x="-4975" y="0"/>
            <a:ext cx="9144000" cy="472500"/>
          </a:xfrm>
          <a:prstGeom prst="rect">
            <a:avLst/>
          </a:prstGeom>
          <a:solidFill>
            <a:srgbClr val="57A3FF"/>
          </a:solidFill>
          <a:ln w="19050">
            <a:solidFill>
              <a:schemeClr val="tx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92" name="Inventors"/>
          <p:cNvSpPr txBox="1"/>
          <p:nvPr/>
        </p:nvSpPr>
        <p:spPr>
          <a:xfrm>
            <a:off x="0" y="-2900"/>
            <a:ext cx="448055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0" tIns="45720" rIns="45720" bIns="4572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None/>
              <a:defRPr sz="900" b="1">
                <a:solidFill>
                  <a:schemeClr val="lt1"/>
                </a:solidFill>
              </a:defRPr>
            </a:lvl1pPr>
          </a:lstStyle>
          <a:p>
            <a:r>
              <a:rPr lang="en-US"/>
              <a:t>INVENTORS</a:t>
            </a:r>
            <a:endParaRPr/>
          </a:p>
        </p:txBody>
      </p:sp>
      <p:cxnSp>
        <p:nvCxnSpPr>
          <p:cNvPr id="93" name="DividerLine1"/>
          <p:cNvCxnSpPr/>
          <p:nvPr/>
        </p:nvCxnSpPr>
        <p:spPr>
          <a:xfrm>
            <a:off x="4480550" y="5075"/>
            <a:ext cx="0" cy="4644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4" name="DividerLine2"/>
          <p:cNvCxnSpPr/>
          <p:nvPr/>
        </p:nvCxnSpPr>
        <p:spPr>
          <a:xfrm>
            <a:off x="7249825" y="5075"/>
            <a:ext cx="0" cy="466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5" name="References"/>
          <p:cNvSpPr txBox="1"/>
          <p:nvPr/>
        </p:nvSpPr>
        <p:spPr>
          <a:xfrm>
            <a:off x="4496900" y="1900"/>
            <a:ext cx="27375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0" tIns="45720" rIns="45720" bIns="4572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dirty="0">
                <a:solidFill>
                  <a:schemeClr val="lt1"/>
                </a:solidFill>
              </a:rPr>
              <a:t>REFERENCE NO</a:t>
            </a:r>
            <a:endParaRPr sz="900" b="1" dirty="0">
              <a:solidFill>
                <a:schemeClr val="lt1"/>
              </a:solidFill>
            </a:endParaRPr>
          </a:p>
        </p:txBody>
      </p:sp>
      <p:sp>
        <p:nvSpPr>
          <p:cNvPr id="96" name="Products"/>
          <p:cNvSpPr txBox="1"/>
          <p:nvPr/>
        </p:nvSpPr>
        <p:spPr>
          <a:xfrm>
            <a:off x="7262825" y="5075"/>
            <a:ext cx="1876200" cy="4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0" tIns="45720" rIns="45720" bIns="4572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None/>
              <a:defRPr sz="900" b="1">
                <a:solidFill>
                  <a:schemeClr val="lt1"/>
                </a:solidFill>
              </a:defRPr>
            </a:lvl1pPr>
          </a:lstStyle>
          <a:p>
            <a:r>
              <a:rPr lang="en-US" dirty="0"/>
              <a:t>PRODUCTS</a:t>
            </a:r>
            <a:endParaRPr dirty="0"/>
          </a:p>
        </p:txBody>
      </p:sp>
      <p:grpSp>
        <p:nvGrpSpPr>
          <p:cNvPr id="97" name="UseCase_Group"/>
          <p:cNvGrpSpPr/>
          <p:nvPr/>
        </p:nvGrpSpPr>
        <p:grpSpPr>
          <a:xfrm>
            <a:off x="20013" y="528515"/>
            <a:ext cx="4550700" cy="323250"/>
            <a:chOff x="86600" y="663875"/>
            <a:chExt cx="4550700" cy="323250"/>
          </a:xfrm>
        </p:grpSpPr>
        <p:sp>
          <p:nvSpPr>
            <p:cNvPr id="98" name="Google Shape;98;g3dc915a4fa5_0_3"/>
            <p:cNvSpPr txBox="1"/>
            <p:nvPr/>
          </p:nvSpPr>
          <p:spPr>
            <a:xfrm>
              <a:off x="86600" y="663875"/>
              <a:ext cx="45507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 dirty="0">
                  <a:solidFill>
                    <a:schemeClr val="dk2"/>
                  </a:solidFill>
                </a:rPr>
                <a:t>Illustrative Use Case</a:t>
              </a:r>
              <a:endParaRPr sz="1100" b="1" dirty="0">
                <a:solidFill>
                  <a:schemeClr val="dk2"/>
                </a:solidFill>
              </a:endParaRPr>
            </a:p>
          </p:txBody>
        </p:sp>
        <p:cxnSp>
          <p:nvCxnSpPr>
            <p:cNvPr id="99" name="Google Shape;99;g3dc915a4fa5_0_3"/>
            <p:cNvCxnSpPr/>
            <p:nvPr/>
          </p:nvCxnSpPr>
          <p:spPr>
            <a:xfrm>
              <a:off x="86600" y="682325"/>
              <a:ext cx="4550700" cy="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0" name="Google Shape;100;g3dc915a4fa5_0_3"/>
            <p:cNvCxnSpPr/>
            <p:nvPr/>
          </p:nvCxnSpPr>
          <p:spPr>
            <a:xfrm>
              <a:off x="86600" y="987125"/>
              <a:ext cx="4550700" cy="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01" name="SubjectMatter_Group"/>
          <p:cNvGrpSpPr/>
          <p:nvPr/>
        </p:nvGrpSpPr>
        <p:grpSpPr>
          <a:xfrm>
            <a:off x="20013" y="2874179"/>
            <a:ext cx="4550700" cy="323250"/>
            <a:chOff x="86600" y="663875"/>
            <a:chExt cx="4550700" cy="323250"/>
          </a:xfrm>
        </p:grpSpPr>
        <p:sp>
          <p:nvSpPr>
            <p:cNvPr id="102" name="Google Shape;102;g3dc915a4fa5_0_3"/>
            <p:cNvSpPr txBox="1"/>
            <p:nvPr/>
          </p:nvSpPr>
          <p:spPr>
            <a:xfrm>
              <a:off x="86600" y="663875"/>
              <a:ext cx="4550700" cy="3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 dirty="0">
                  <a:solidFill>
                    <a:schemeClr val="dk2"/>
                  </a:solidFill>
                </a:rPr>
                <a:t>General Subject Matter</a:t>
              </a:r>
              <a:endParaRPr sz="1100" b="1" dirty="0">
                <a:solidFill>
                  <a:schemeClr val="dk2"/>
                </a:solidFill>
              </a:endParaRPr>
            </a:p>
          </p:txBody>
        </p:sp>
        <p:cxnSp>
          <p:nvCxnSpPr>
            <p:cNvPr id="103" name="Google Shape;103;g3dc915a4fa5_0_3"/>
            <p:cNvCxnSpPr/>
            <p:nvPr/>
          </p:nvCxnSpPr>
          <p:spPr>
            <a:xfrm>
              <a:off x="86600" y="682325"/>
              <a:ext cx="4550700" cy="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4" name="Google Shape;104;g3dc915a4fa5_0_3"/>
            <p:cNvCxnSpPr/>
            <p:nvPr/>
          </p:nvCxnSpPr>
          <p:spPr>
            <a:xfrm>
              <a:off x="86600" y="987125"/>
              <a:ext cx="4550700" cy="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05" name="UseCase_Text"/>
          <p:cNvSpPr txBox="1"/>
          <p:nvPr/>
        </p:nvSpPr>
        <p:spPr>
          <a:xfrm>
            <a:off x="20013" y="896420"/>
            <a:ext cx="4550700" cy="1916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0" tIns="45720" rIns="45720" bIns="4572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indent="0" algn="ctr">
              <a:buNone/>
              <a:defRPr sz="900" b="1">
                <a:solidFill>
                  <a:schemeClr val="lt1"/>
                </a:solidFill>
              </a:defRPr>
            </a:lvl1pPr>
          </a:lstStyle>
          <a:p>
            <a:pPr algn="l"/>
            <a:endParaRPr dirty="0">
              <a:solidFill>
                <a:srgbClr val="000000"/>
              </a:solidFill>
              <a:sym typeface="Lato Light"/>
            </a:endParaRPr>
          </a:p>
        </p:txBody>
      </p:sp>
      <p:sp>
        <p:nvSpPr>
          <p:cNvPr id="106" name="SubjectMatter_Text"/>
          <p:cNvSpPr txBox="1"/>
          <p:nvPr/>
        </p:nvSpPr>
        <p:spPr>
          <a:xfrm>
            <a:off x="20013" y="3225253"/>
            <a:ext cx="4550700" cy="1647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0" tIns="45720" rIns="45720" bIns="4572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indent="0" algn="ctr">
              <a:buNone/>
              <a:defRPr sz="900" b="1">
                <a:solidFill>
                  <a:schemeClr val="lt1"/>
                </a:solidFill>
              </a:defRPr>
            </a:lvl1pPr>
          </a:lstStyle>
          <a:p>
            <a:pPr algn="l"/>
            <a:endParaRPr dirty="0">
              <a:solidFill>
                <a:srgbClr val="000000"/>
              </a:solidFill>
              <a:sym typeface="Lato Light"/>
            </a:endParaRPr>
          </a:p>
        </p:txBody>
      </p:sp>
      <p:sp>
        <p:nvSpPr>
          <p:cNvPr id="2" name="Copyright">
            <a:extLst>
              <a:ext uri="{FF2B5EF4-FFF2-40B4-BE49-F238E27FC236}">
                <a16:creationId xmlns:a16="http://schemas.microsoft.com/office/drawing/2014/main" id="{88041CAE-B61B-0B31-A6E6-50E5D2961E79}"/>
              </a:ext>
            </a:extLst>
          </p:cNvPr>
          <p:cNvSpPr/>
          <p:nvPr/>
        </p:nvSpPr>
        <p:spPr>
          <a:xfrm>
            <a:off x="774700" y="4934707"/>
            <a:ext cx="1663701" cy="15651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600" dirty="0">
                <a:solidFill>
                  <a:schemeClr val="accent3"/>
                </a:solidFill>
              </a:rPr>
              <a:t>@ 2026 Zoom Communications, Inc.</a:t>
            </a:r>
          </a:p>
        </p:txBody>
      </p:sp>
      <p:pic>
        <p:nvPicPr>
          <p:cNvPr id="3" name="Image">
            <a:extLst>
              <a:ext uri="{FF2B5EF4-FFF2-40B4-BE49-F238E27FC236}">
                <a16:creationId xmlns:a16="http://schemas.microsoft.com/office/drawing/2014/main" id="{2BD58943-B9DC-8788-0557-704C9C30EBA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15334" b="15341"/>
          <a:stretch/>
        </p:blipFill>
        <p:spPr>
          <a:xfrm>
            <a:off x="4863499" y="1299533"/>
            <a:ext cx="4109957" cy="28492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Zoom Template (Revamped)">
  <a:themeElements>
    <a:clrScheme name="Simple Light">
      <a:dk1>
        <a:srgbClr val="414155"/>
      </a:dk1>
      <a:lt1>
        <a:srgbClr val="FFFFFF"/>
      </a:lt1>
      <a:dk2>
        <a:srgbClr val="414155"/>
      </a:dk2>
      <a:lt2>
        <a:srgbClr val="F5F6F7"/>
      </a:lt2>
      <a:accent1>
        <a:srgbClr val="0D2A4C"/>
      </a:accent1>
      <a:accent2>
        <a:srgbClr val="2C8CFF"/>
      </a:accent2>
      <a:accent3>
        <a:srgbClr val="747487"/>
      </a:accent3>
      <a:accent4>
        <a:srgbClr val="232333"/>
      </a:accent4>
      <a:accent5>
        <a:srgbClr val="C0DDFF"/>
      </a:accent5>
      <a:accent6>
        <a:srgbClr val="F6F7F9"/>
      </a:accent6>
      <a:hlink>
        <a:srgbClr val="2D8C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219</TotalTime>
  <Words>175</Words>
  <Application>Microsoft Office PowerPoint</Application>
  <PresentationFormat>On-screen Show (16:9)</PresentationFormat>
  <Paragraphs>33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Calibri</vt:lpstr>
      <vt:lpstr>Arial</vt:lpstr>
      <vt:lpstr>Lato</vt:lpstr>
      <vt:lpstr>Lato Black</vt:lpstr>
      <vt:lpstr>Lato Light</vt:lpstr>
      <vt:lpstr>Zoom Template (Revamped)</vt:lpstr>
      <vt:lpstr>PowerPoint Presentation</vt:lpstr>
      <vt:lpstr>PowerPoint Presentation</vt:lpstr>
      <vt:lpstr>Meeting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Lara Nelson</dc:creator>
  <cp:lastModifiedBy>Christopher M. Sims</cp:lastModifiedBy>
  <cp:revision>12</cp:revision>
  <dcterms:modified xsi:type="dcterms:W3CDTF">2026-05-06T13:12:02Z</dcterms:modified>
</cp:coreProperties>
</file>